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VCMalloc</dc:title>
  <dc:subject>VCMalloc: A Virtually Contiguous Memory Allocator</dc:subject>
  <dc:creator>VCMalloc deck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